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006" autoAdjust="0"/>
  </p:normalViewPr>
  <p:slideViewPr>
    <p:cSldViewPr snapToGrid="0">
      <p:cViewPr>
        <p:scale>
          <a:sx n="125" d="100"/>
          <a:sy n="125" d="100"/>
        </p:scale>
        <p:origin x="2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8A8D8-0E14-41B8-8EBE-F1CF1466A567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B4E7F-054A-4A2D-B44C-926281054A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32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B4E7F-054A-4A2D-B44C-926281054AC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460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67048-BF0E-4B1E-9CA9-63555B16F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14387A-533F-4392-9147-6267EB68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71B925-6B4B-4880-907A-E9827341C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8F332D-28F1-4AD4-8BCE-EDE57819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B738B-58F9-473B-A4A2-037A595D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85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7AB7C-642A-4312-963A-1B7AD74C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46434-B6F3-4ACC-81F6-62FB24022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B02C4A-4533-4456-9A3E-9B91DCAD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71105B-0E97-440F-9C85-8BDC0927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77AE6C-F30D-4EC7-BBFD-CEFD0B29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58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17CB2-4F13-4A0D-A330-E72827F7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63DDFF-DACD-44D3-9896-86A7FD3E9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A49FD6-FE03-4F4B-853D-26A2E591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BBB95-B6B7-4503-A9EF-ADDF687C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FB43D-AA49-4735-806E-74C73813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23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5DE1D-10C0-411C-9325-B5DF2480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0526D3-CE5C-47B6-8682-5FE764C8C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4AAF9B-D9C9-456A-983D-10C94B407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3C6D72-98C5-4069-AFB5-9DA6E534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BD7C01-C245-43DC-8C38-12AA74B1F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7E2170-2D6D-4716-BDD2-979A8AA6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4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74C4B-A8CB-472F-B1F1-2EE80D22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CABCBC-1EE3-4B2A-AD00-264765393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610DE-9490-456E-87DB-482E9C62C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D784AF-3E15-4228-9B9A-D87332FE5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F25E71-2951-4AA7-B4B2-867DAC325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6A49FC-04F7-44D0-B680-F31329853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591ED5-AD0C-47DE-8C74-E5764E601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DAE137-1A11-48BB-A55A-B6EB6ED7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9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B3FC6-A63B-48E4-9371-F615C526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CF22E7-9BB4-4739-9A58-F678C0EA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E4798A-BB41-4D4D-B7E6-00C05B68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5059DC-4338-4B20-B785-8E6429CF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65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D656CD-A4D4-41CB-B61C-42458E2D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9A110E-D8F6-4D6F-AE06-6A6F4979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3F55A3-B0E7-4287-9382-453E8572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38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95B8D-D06D-4020-B95A-D041D478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937B0-1E1D-4D4F-A535-2442149D8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174ABD-AF6D-4E32-94E5-E4E5391EB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73B67-1BCD-4FF0-8F39-14CB231A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1AB62-1955-4BC9-A4AD-C19EC8E8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AEF153-470C-4EF4-8DF3-0DF77602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979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5D09A-AD0C-4B59-9E93-D30A46CB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040872-A953-4D9E-AAD3-B2062CBEB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B3EA56-CDD8-4C39-9AF2-12E4AF632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F75DEC-94AD-49D0-BBFC-7EF147D4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42D678-108F-4758-A4E9-B1219826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C8D4F-6F7E-47E3-B60B-AF30EC2F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48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81D3E-90DD-4969-A434-E20A4137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EC97D-6887-4627-9B6A-6418107BE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8A1C2-CE46-49BE-BD52-C14B2E30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0B544-F390-476E-8975-470D6268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6AF74D-8BCA-4C0A-B926-52AC4D50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4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1A0296-FD76-4DB8-9500-F777DEA48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B17295-58EC-4553-A2C9-B6D5F4FB4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38CDC0-DCA6-41D9-B82A-8AF74CC1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1D1F0A-F6FC-4EDB-98BB-F503E8BC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C7D718-5364-47BF-9EEE-36A2D65F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38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E6F162-4A73-473E-A1B3-9343A75C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228D51-A4A3-41D9-92C2-C6E781A25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DBD79-0C87-4EAA-98DF-1C9B721D0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84A54-5EE2-4663-A404-48155D78E1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1E674-AD5D-4250-9BF3-611065795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59426-AB66-4EF1-BB86-F8D66D1A2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75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6C735924-181C-4E5E-B363-9CCA6253C404}"/>
              </a:ext>
            </a:extLst>
          </p:cNvPr>
          <p:cNvGrpSpPr/>
          <p:nvPr/>
        </p:nvGrpSpPr>
        <p:grpSpPr>
          <a:xfrm>
            <a:off x="0" y="2227455"/>
            <a:ext cx="12192000" cy="2403089"/>
            <a:chOff x="0" y="2227455"/>
            <a:chExt cx="12192000" cy="240308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BB6E040-9E46-4CD1-AFB4-BD3EEAF49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27455"/>
              <a:ext cx="12192000" cy="2403089"/>
            </a:xfrm>
            <a:prstGeom prst="rect">
              <a:avLst/>
            </a:prstGeom>
          </p:spPr>
        </p:pic>
        <p:sp>
          <p:nvSpPr>
            <p:cNvPr id="6" name="별: 꼭짓점 5개 5">
              <a:extLst>
                <a:ext uri="{FF2B5EF4-FFF2-40B4-BE49-F238E27FC236}">
                  <a16:creationId xmlns:a16="http://schemas.microsoft.com/office/drawing/2014/main" id="{D18F40D3-F886-4994-9F6F-125A97C0C6CD}"/>
                </a:ext>
              </a:extLst>
            </p:cNvPr>
            <p:cNvSpPr/>
            <p:nvPr/>
          </p:nvSpPr>
          <p:spPr>
            <a:xfrm>
              <a:off x="457201" y="412538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5개 6">
              <a:extLst>
                <a:ext uri="{FF2B5EF4-FFF2-40B4-BE49-F238E27FC236}">
                  <a16:creationId xmlns:a16="http://schemas.microsoft.com/office/drawing/2014/main" id="{33D6A37A-7535-43C5-B32B-9984052BA5EC}"/>
                </a:ext>
              </a:extLst>
            </p:cNvPr>
            <p:cNvSpPr/>
            <p:nvPr/>
          </p:nvSpPr>
          <p:spPr>
            <a:xfrm>
              <a:off x="5573185" y="4128196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5개 7">
              <a:extLst>
                <a:ext uri="{FF2B5EF4-FFF2-40B4-BE49-F238E27FC236}">
                  <a16:creationId xmlns:a16="http://schemas.microsoft.com/office/drawing/2014/main" id="{ADFB90FE-2C71-4E9F-B40E-55AD5DE0A661}"/>
                </a:ext>
              </a:extLst>
            </p:cNvPr>
            <p:cNvSpPr/>
            <p:nvPr/>
          </p:nvSpPr>
          <p:spPr>
            <a:xfrm>
              <a:off x="7948085" y="4280097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5개 8">
              <a:extLst>
                <a:ext uri="{FF2B5EF4-FFF2-40B4-BE49-F238E27FC236}">
                  <a16:creationId xmlns:a16="http://schemas.microsoft.com/office/drawing/2014/main" id="{8B270DD7-623A-4810-ABEA-74662634395C}"/>
                </a:ext>
              </a:extLst>
            </p:cNvPr>
            <p:cNvSpPr/>
            <p:nvPr/>
          </p:nvSpPr>
          <p:spPr>
            <a:xfrm>
              <a:off x="8710085" y="4410272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5개 9">
              <a:extLst>
                <a:ext uri="{FF2B5EF4-FFF2-40B4-BE49-F238E27FC236}">
                  <a16:creationId xmlns:a16="http://schemas.microsoft.com/office/drawing/2014/main" id="{FC501230-B1DC-4350-B12E-C6D159CA6999}"/>
                </a:ext>
              </a:extLst>
            </p:cNvPr>
            <p:cNvSpPr/>
            <p:nvPr/>
          </p:nvSpPr>
          <p:spPr>
            <a:xfrm>
              <a:off x="8284635" y="436455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5개 10">
              <a:extLst>
                <a:ext uri="{FF2B5EF4-FFF2-40B4-BE49-F238E27FC236}">
                  <a16:creationId xmlns:a16="http://schemas.microsoft.com/office/drawing/2014/main" id="{D4675B4B-D5FB-47E5-93FA-8B748E19E990}"/>
                </a:ext>
              </a:extLst>
            </p:cNvPr>
            <p:cNvSpPr/>
            <p:nvPr/>
          </p:nvSpPr>
          <p:spPr>
            <a:xfrm>
              <a:off x="7579785" y="4188371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5개 11">
              <a:extLst>
                <a:ext uri="{FF2B5EF4-FFF2-40B4-BE49-F238E27FC236}">
                  <a16:creationId xmlns:a16="http://schemas.microsoft.com/office/drawing/2014/main" id="{ECAF30CB-FA77-472E-A177-9FAC4C614AEB}"/>
                </a:ext>
              </a:extLst>
            </p:cNvPr>
            <p:cNvSpPr/>
            <p:nvPr/>
          </p:nvSpPr>
          <p:spPr>
            <a:xfrm>
              <a:off x="10023476" y="4234378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5개 12">
              <a:extLst>
                <a:ext uri="{FF2B5EF4-FFF2-40B4-BE49-F238E27FC236}">
                  <a16:creationId xmlns:a16="http://schemas.microsoft.com/office/drawing/2014/main" id="{48238D1D-703C-4ED7-8613-CEB41A10A0AD}"/>
                </a:ext>
              </a:extLst>
            </p:cNvPr>
            <p:cNvSpPr/>
            <p:nvPr/>
          </p:nvSpPr>
          <p:spPr>
            <a:xfrm>
              <a:off x="10267951" y="4188371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별: 꼭짓점 5개 14">
              <a:extLst>
                <a:ext uri="{FF2B5EF4-FFF2-40B4-BE49-F238E27FC236}">
                  <a16:creationId xmlns:a16="http://schemas.microsoft.com/office/drawing/2014/main" id="{1A6C9763-E01A-4767-822A-AAA237C71731}"/>
                </a:ext>
              </a:extLst>
            </p:cNvPr>
            <p:cNvSpPr/>
            <p:nvPr/>
          </p:nvSpPr>
          <p:spPr>
            <a:xfrm>
              <a:off x="222251" y="4171210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별: 꼭짓점 5개 15">
              <a:extLst>
                <a:ext uri="{FF2B5EF4-FFF2-40B4-BE49-F238E27FC236}">
                  <a16:creationId xmlns:a16="http://schemas.microsoft.com/office/drawing/2014/main" id="{BE607129-4624-47F8-A0C6-400B07188D7A}"/>
                </a:ext>
              </a:extLst>
            </p:cNvPr>
            <p:cNvSpPr/>
            <p:nvPr/>
          </p:nvSpPr>
          <p:spPr>
            <a:xfrm>
              <a:off x="836085" y="4171210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별: 꼭짓점 5개 16">
              <a:extLst>
                <a:ext uri="{FF2B5EF4-FFF2-40B4-BE49-F238E27FC236}">
                  <a16:creationId xmlns:a16="http://schemas.microsoft.com/office/drawing/2014/main" id="{688FDD64-5062-4399-94C4-78AE7F644632}"/>
                </a:ext>
              </a:extLst>
            </p:cNvPr>
            <p:cNvSpPr/>
            <p:nvPr/>
          </p:nvSpPr>
          <p:spPr>
            <a:xfrm>
              <a:off x="2690285" y="4125382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별: 꼭짓점 5개 17">
              <a:extLst>
                <a:ext uri="{FF2B5EF4-FFF2-40B4-BE49-F238E27FC236}">
                  <a16:creationId xmlns:a16="http://schemas.microsoft.com/office/drawing/2014/main" id="{5F6231A4-4757-4A66-A4B9-CC0028518001}"/>
                </a:ext>
              </a:extLst>
            </p:cNvPr>
            <p:cNvSpPr/>
            <p:nvPr/>
          </p:nvSpPr>
          <p:spPr>
            <a:xfrm>
              <a:off x="3645960" y="4286009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별: 꼭짓점 5개 18">
              <a:extLst>
                <a:ext uri="{FF2B5EF4-FFF2-40B4-BE49-F238E27FC236}">
                  <a16:creationId xmlns:a16="http://schemas.microsoft.com/office/drawing/2014/main" id="{0FCDD2D8-42EC-471E-8C3D-2F4A6D6EF656}"/>
                </a:ext>
              </a:extLst>
            </p:cNvPr>
            <p:cNvSpPr/>
            <p:nvPr/>
          </p:nvSpPr>
          <p:spPr>
            <a:xfrm>
              <a:off x="3445935" y="4280096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별: 꼭짓점 5개 19">
              <a:extLst>
                <a:ext uri="{FF2B5EF4-FFF2-40B4-BE49-F238E27FC236}">
                  <a16:creationId xmlns:a16="http://schemas.microsoft.com/office/drawing/2014/main" id="{F9F68B7B-D81B-459A-A43D-D54BF3C6C7F6}"/>
                </a:ext>
              </a:extLst>
            </p:cNvPr>
            <p:cNvSpPr/>
            <p:nvPr/>
          </p:nvSpPr>
          <p:spPr>
            <a:xfrm>
              <a:off x="2851152" y="4211518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별: 꼭짓점 5개 20">
              <a:extLst>
                <a:ext uri="{FF2B5EF4-FFF2-40B4-BE49-F238E27FC236}">
                  <a16:creationId xmlns:a16="http://schemas.microsoft.com/office/drawing/2014/main" id="{5AAB9F8B-E73F-4B2B-99F7-58632F141633}"/>
                </a:ext>
              </a:extLst>
            </p:cNvPr>
            <p:cNvSpPr/>
            <p:nvPr/>
          </p:nvSpPr>
          <p:spPr>
            <a:xfrm>
              <a:off x="2981327" y="4387412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별: 꼭짓점 5개 22">
              <a:extLst>
                <a:ext uri="{FF2B5EF4-FFF2-40B4-BE49-F238E27FC236}">
                  <a16:creationId xmlns:a16="http://schemas.microsoft.com/office/drawing/2014/main" id="{D2DEC4C5-D991-4B80-9DE3-38EED26C6097}"/>
                </a:ext>
              </a:extLst>
            </p:cNvPr>
            <p:cNvSpPr/>
            <p:nvPr/>
          </p:nvSpPr>
          <p:spPr>
            <a:xfrm>
              <a:off x="5073652" y="422391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별: 꼭짓점 5개 23">
              <a:extLst>
                <a:ext uri="{FF2B5EF4-FFF2-40B4-BE49-F238E27FC236}">
                  <a16:creationId xmlns:a16="http://schemas.microsoft.com/office/drawing/2014/main" id="{E97CD9C4-3478-4217-AD44-7402949CD50C}"/>
                </a:ext>
              </a:extLst>
            </p:cNvPr>
            <p:cNvSpPr/>
            <p:nvPr/>
          </p:nvSpPr>
          <p:spPr>
            <a:xfrm>
              <a:off x="5776385" y="408811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별: 꼭짓점 5개 24">
              <a:extLst>
                <a:ext uri="{FF2B5EF4-FFF2-40B4-BE49-F238E27FC236}">
                  <a16:creationId xmlns:a16="http://schemas.microsoft.com/office/drawing/2014/main" id="{D5FADC49-311F-4C55-BCE8-43FE3D6D136B}"/>
                </a:ext>
              </a:extLst>
            </p:cNvPr>
            <p:cNvSpPr/>
            <p:nvPr/>
          </p:nvSpPr>
          <p:spPr>
            <a:xfrm>
              <a:off x="560918" y="4280096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별: 꼭짓점 5개 25">
              <a:extLst>
                <a:ext uri="{FF2B5EF4-FFF2-40B4-BE49-F238E27FC236}">
                  <a16:creationId xmlns:a16="http://schemas.microsoft.com/office/drawing/2014/main" id="{0E74EAEE-1D8C-401B-B169-E51B17CF76D0}"/>
                </a:ext>
              </a:extLst>
            </p:cNvPr>
            <p:cNvSpPr/>
            <p:nvPr/>
          </p:nvSpPr>
          <p:spPr>
            <a:xfrm>
              <a:off x="1526118" y="436455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별: 꼭짓점 5개 26">
              <a:extLst>
                <a:ext uri="{FF2B5EF4-FFF2-40B4-BE49-F238E27FC236}">
                  <a16:creationId xmlns:a16="http://schemas.microsoft.com/office/drawing/2014/main" id="{7FAF7627-5658-4148-8911-1233D1A2BAC2}"/>
                </a:ext>
              </a:extLst>
            </p:cNvPr>
            <p:cNvSpPr/>
            <p:nvPr/>
          </p:nvSpPr>
          <p:spPr>
            <a:xfrm>
              <a:off x="971023" y="428009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별: 꼭짓점 5개 27">
              <a:extLst>
                <a:ext uri="{FF2B5EF4-FFF2-40B4-BE49-F238E27FC236}">
                  <a16:creationId xmlns:a16="http://schemas.microsoft.com/office/drawing/2014/main" id="{A1A422F1-BD66-4EC3-A7AB-A960A7BD823A}"/>
                </a:ext>
              </a:extLst>
            </p:cNvPr>
            <p:cNvSpPr/>
            <p:nvPr/>
          </p:nvSpPr>
          <p:spPr>
            <a:xfrm>
              <a:off x="3212572" y="432581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별: 꼭짓점 5개 28">
              <a:extLst>
                <a:ext uri="{FF2B5EF4-FFF2-40B4-BE49-F238E27FC236}">
                  <a16:creationId xmlns:a16="http://schemas.microsoft.com/office/drawing/2014/main" id="{84316F60-2D03-4191-89C1-76F97EBAFD0F}"/>
                </a:ext>
              </a:extLst>
            </p:cNvPr>
            <p:cNvSpPr/>
            <p:nvPr/>
          </p:nvSpPr>
          <p:spPr>
            <a:xfrm>
              <a:off x="1751808" y="432581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별: 꼭짓점 5개 29">
              <a:extLst>
                <a:ext uri="{FF2B5EF4-FFF2-40B4-BE49-F238E27FC236}">
                  <a16:creationId xmlns:a16="http://schemas.microsoft.com/office/drawing/2014/main" id="{6C6415CA-1C22-49D8-B849-7CC67B35A081}"/>
                </a:ext>
              </a:extLst>
            </p:cNvPr>
            <p:cNvSpPr/>
            <p:nvPr/>
          </p:nvSpPr>
          <p:spPr>
            <a:xfrm>
              <a:off x="5318127" y="422391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별: 꼭짓점 5개 30">
              <a:extLst>
                <a:ext uri="{FF2B5EF4-FFF2-40B4-BE49-F238E27FC236}">
                  <a16:creationId xmlns:a16="http://schemas.microsoft.com/office/drawing/2014/main" id="{BF7D0AFD-663D-4A58-AB68-6FABEE004DA3}"/>
                </a:ext>
              </a:extLst>
            </p:cNvPr>
            <p:cNvSpPr/>
            <p:nvPr/>
          </p:nvSpPr>
          <p:spPr>
            <a:xfrm>
              <a:off x="6248825" y="4410271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별: 꼭짓점 5개 31">
              <a:extLst>
                <a:ext uri="{FF2B5EF4-FFF2-40B4-BE49-F238E27FC236}">
                  <a16:creationId xmlns:a16="http://schemas.microsoft.com/office/drawing/2014/main" id="{0B2FB715-ED01-453F-9368-CA3291755BD1}"/>
                </a:ext>
              </a:extLst>
            </p:cNvPr>
            <p:cNvSpPr/>
            <p:nvPr/>
          </p:nvSpPr>
          <p:spPr>
            <a:xfrm>
              <a:off x="6910390" y="4269632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별: 꼭짓점 5개 32">
              <a:extLst>
                <a:ext uri="{FF2B5EF4-FFF2-40B4-BE49-F238E27FC236}">
                  <a16:creationId xmlns:a16="http://schemas.microsoft.com/office/drawing/2014/main" id="{D66E1B10-AAC6-4C7D-83E6-5C94E624F49C}"/>
                </a:ext>
              </a:extLst>
            </p:cNvPr>
            <p:cNvSpPr/>
            <p:nvPr/>
          </p:nvSpPr>
          <p:spPr>
            <a:xfrm>
              <a:off x="7767748" y="4234090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별: 꼭짓점 5개 33">
              <a:extLst>
                <a:ext uri="{FF2B5EF4-FFF2-40B4-BE49-F238E27FC236}">
                  <a16:creationId xmlns:a16="http://schemas.microsoft.com/office/drawing/2014/main" id="{6FB1095D-2D5F-43CE-A8E1-673CB313CC4E}"/>
                </a:ext>
              </a:extLst>
            </p:cNvPr>
            <p:cNvSpPr/>
            <p:nvPr/>
          </p:nvSpPr>
          <p:spPr>
            <a:xfrm>
              <a:off x="8492915" y="437153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별: 꼭짓점 5개 34">
              <a:extLst>
                <a:ext uri="{FF2B5EF4-FFF2-40B4-BE49-F238E27FC236}">
                  <a16:creationId xmlns:a16="http://schemas.microsoft.com/office/drawing/2014/main" id="{97348199-1EB7-4084-B726-BC4201C02AFC}"/>
                </a:ext>
              </a:extLst>
            </p:cNvPr>
            <p:cNvSpPr/>
            <p:nvPr/>
          </p:nvSpPr>
          <p:spPr>
            <a:xfrm>
              <a:off x="9360325" y="432581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별: 꼭짓점 5개 35">
              <a:extLst>
                <a:ext uri="{FF2B5EF4-FFF2-40B4-BE49-F238E27FC236}">
                  <a16:creationId xmlns:a16="http://schemas.microsoft.com/office/drawing/2014/main" id="{A6E1EC12-B10C-4C01-804F-6013C4CCB7CD}"/>
                </a:ext>
              </a:extLst>
            </p:cNvPr>
            <p:cNvSpPr/>
            <p:nvPr/>
          </p:nvSpPr>
          <p:spPr>
            <a:xfrm>
              <a:off x="10436015" y="4269631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별: 꼭짓점 5개 36">
              <a:extLst>
                <a:ext uri="{FF2B5EF4-FFF2-40B4-BE49-F238E27FC236}">
                  <a16:creationId xmlns:a16="http://schemas.microsoft.com/office/drawing/2014/main" id="{21DABCAD-5D04-4258-9C98-37F07EB83FEF}"/>
                </a:ext>
              </a:extLst>
            </p:cNvPr>
            <p:cNvSpPr/>
            <p:nvPr/>
          </p:nvSpPr>
          <p:spPr>
            <a:xfrm>
              <a:off x="10568095" y="434867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별: 꼭짓점 5개 37">
              <a:extLst>
                <a:ext uri="{FF2B5EF4-FFF2-40B4-BE49-F238E27FC236}">
                  <a16:creationId xmlns:a16="http://schemas.microsoft.com/office/drawing/2014/main" id="{D75A0822-F569-4029-A010-C1799FC5FC93}"/>
                </a:ext>
              </a:extLst>
            </p:cNvPr>
            <p:cNvSpPr/>
            <p:nvPr/>
          </p:nvSpPr>
          <p:spPr>
            <a:xfrm>
              <a:off x="10949095" y="445865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별: 꼭짓점 5개 38">
              <a:extLst>
                <a:ext uri="{FF2B5EF4-FFF2-40B4-BE49-F238E27FC236}">
                  <a16:creationId xmlns:a16="http://schemas.microsoft.com/office/drawing/2014/main" id="{81EBA9A2-C5FB-46D6-A195-B83AF8782A43}"/>
                </a:ext>
              </a:extLst>
            </p:cNvPr>
            <p:cNvSpPr/>
            <p:nvPr/>
          </p:nvSpPr>
          <p:spPr>
            <a:xfrm>
              <a:off x="11388939" y="431883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별: 꼭짓점 5개 39">
              <a:extLst>
                <a:ext uri="{FF2B5EF4-FFF2-40B4-BE49-F238E27FC236}">
                  <a16:creationId xmlns:a16="http://schemas.microsoft.com/office/drawing/2014/main" id="{8406E62D-CCC8-4343-84C9-A9BD7C3030CC}"/>
                </a:ext>
              </a:extLst>
            </p:cNvPr>
            <p:cNvSpPr/>
            <p:nvPr/>
          </p:nvSpPr>
          <p:spPr>
            <a:xfrm>
              <a:off x="11584516" y="432309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714A776-BA8D-4932-94D6-94C7991DB71C}"/>
              </a:ext>
            </a:extLst>
          </p:cNvPr>
          <p:cNvSpPr/>
          <p:nvPr/>
        </p:nvSpPr>
        <p:spPr>
          <a:xfrm>
            <a:off x="0" y="262128"/>
            <a:ext cx="12192000" cy="1182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도시별</a:t>
            </a:r>
            <a:r>
              <a:rPr lang="ko-KR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맛집 </a:t>
            </a:r>
            <a:r>
              <a:rPr lang="en-US" altLang="ko-KR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Location </a:t>
            </a:r>
            <a:r>
              <a:rPr lang="ko-KR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분포도</a:t>
            </a:r>
          </a:p>
        </p:txBody>
      </p:sp>
    </p:spTree>
    <p:extLst>
      <p:ext uri="{BB962C8B-B14F-4D97-AF65-F5344CB8AC3E}">
        <p14:creationId xmlns:p14="http://schemas.microsoft.com/office/powerpoint/2010/main" val="3502481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3B8FCC08-D2F6-40C0-B9B1-FDBA6F1F122C}"/>
              </a:ext>
            </a:extLst>
          </p:cNvPr>
          <p:cNvGrpSpPr/>
          <p:nvPr/>
        </p:nvGrpSpPr>
        <p:grpSpPr>
          <a:xfrm>
            <a:off x="0" y="2229425"/>
            <a:ext cx="12192000" cy="2399150"/>
            <a:chOff x="0" y="2229425"/>
            <a:chExt cx="12192000" cy="23991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6ED7D2C-9AB9-420C-B47F-C68D36AC0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29425"/>
              <a:ext cx="12192000" cy="2399150"/>
            </a:xfrm>
            <a:prstGeom prst="rect">
              <a:avLst/>
            </a:prstGeom>
          </p:spPr>
        </p:pic>
        <p:sp>
          <p:nvSpPr>
            <p:cNvPr id="6" name="별: 꼭짓점 5개 5">
              <a:extLst>
                <a:ext uri="{FF2B5EF4-FFF2-40B4-BE49-F238E27FC236}">
                  <a16:creationId xmlns:a16="http://schemas.microsoft.com/office/drawing/2014/main" id="{3AA1175B-E50E-4254-B47A-21ED1325C483}"/>
                </a:ext>
              </a:extLst>
            </p:cNvPr>
            <p:cNvSpPr/>
            <p:nvPr/>
          </p:nvSpPr>
          <p:spPr>
            <a:xfrm>
              <a:off x="1867494" y="425482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5개 6">
              <a:extLst>
                <a:ext uri="{FF2B5EF4-FFF2-40B4-BE49-F238E27FC236}">
                  <a16:creationId xmlns:a16="http://schemas.microsoft.com/office/drawing/2014/main" id="{2DEE7435-44D8-4D57-904C-C883E6A9D4B3}"/>
                </a:ext>
              </a:extLst>
            </p:cNvPr>
            <p:cNvSpPr/>
            <p:nvPr/>
          </p:nvSpPr>
          <p:spPr>
            <a:xfrm>
              <a:off x="1520022" y="4145097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별: 꼭짓점 5개 7">
              <a:extLst>
                <a:ext uri="{FF2B5EF4-FFF2-40B4-BE49-F238E27FC236}">
                  <a16:creationId xmlns:a16="http://schemas.microsoft.com/office/drawing/2014/main" id="{C7F54D64-1EC7-40A7-8536-D577084161A0}"/>
                </a:ext>
              </a:extLst>
            </p:cNvPr>
            <p:cNvSpPr/>
            <p:nvPr/>
          </p:nvSpPr>
          <p:spPr>
            <a:xfrm>
              <a:off x="4513158" y="423196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5개 8">
              <a:extLst>
                <a:ext uri="{FF2B5EF4-FFF2-40B4-BE49-F238E27FC236}">
                  <a16:creationId xmlns:a16="http://schemas.microsoft.com/office/drawing/2014/main" id="{CB5D5AB1-60DD-4959-A53A-F2613D9BA7CA}"/>
                </a:ext>
              </a:extLst>
            </p:cNvPr>
            <p:cNvSpPr/>
            <p:nvPr/>
          </p:nvSpPr>
          <p:spPr>
            <a:xfrm>
              <a:off x="6543126" y="4145097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5개 9">
              <a:extLst>
                <a:ext uri="{FF2B5EF4-FFF2-40B4-BE49-F238E27FC236}">
                  <a16:creationId xmlns:a16="http://schemas.microsoft.com/office/drawing/2014/main" id="{DEFF3320-F22F-4934-8893-5EBB80DADB3B}"/>
                </a:ext>
              </a:extLst>
            </p:cNvPr>
            <p:cNvSpPr/>
            <p:nvPr/>
          </p:nvSpPr>
          <p:spPr>
            <a:xfrm>
              <a:off x="5256870" y="425482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5개 10">
              <a:extLst>
                <a:ext uri="{FF2B5EF4-FFF2-40B4-BE49-F238E27FC236}">
                  <a16:creationId xmlns:a16="http://schemas.microsoft.com/office/drawing/2014/main" id="{EC9F1AD6-B86A-4BD9-8AD4-888E73AAFC87}"/>
                </a:ext>
              </a:extLst>
            </p:cNvPr>
            <p:cNvSpPr/>
            <p:nvPr/>
          </p:nvSpPr>
          <p:spPr>
            <a:xfrm>
              <a:off x="7879251" y="425482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5개 12">
              <a:extLst>
                <a:ext uri="{FF2B5EF4-FFF2-40B4-BE49-F238E27FC236}">
                  <a16:creationId xmlns:a16="http://schemas.microsoft.com/office/drawing/2014/main" id="{9F960C73-1B7F-4D7C-8518-FE703A476B26}"/>
                </a:ext>
              </a:extLst>
            </p:cNvPr>
            <p:cNvSpPr/>
            <p:nvPr/>
          </p:nvSpPr>
          <p:spPr>
            <a:xfrm>
              <a:off x="10116483" y="425482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5개 13">
              <a:extLst>
                <a:ext uri="{FF2B5EF4-FFF2-40B4-BE49-F238E27FC236}">
                  <a16:creationId xmlns:a16="http://schemas.microsoft.com/office/drawing/2014/main" id="{03801E1E-B0EA-4113-9F7C-FC2F19668663}"/>
                </a:ext>
              </a:extLst>
            </p:cNvPr>
            <p:cNvSpPr/>
            <p:nvPr/>
          </p:nvSpPr>
          <p:spPr>
            <a:xfrm>
              <a:off x="11628291" y="410718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5개 14">
              <a:extLst>
                <a:ext uri="{FF2B5EF4-FFF2-40B4-BE49-F238E27FC236}">
                  <a16:creationId xmlns:a16="http://schemas.microsoft.com/office/drawing/2014/main" id="{2A7D8B0A-7AE3-41C2-9ACF-170451949E04}"/>
                </a:ext>
              </a:extLst>
            </p:cNvPr>
            <p:cNvSpPr/>
            <p:nvPr/>
          </p:nvSpPr>
          <p:spPr>
            <a:xfrm>
              <a:off x="11605008" y="447294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720D32-A5BA-4340-B064-0CDDD5078F30}"/>
              </a:ext>
            </a:extLst>
          </p:cNvPr>
          <p:cNvSpPr/>
          <p:nvPr/>
        </p:nvSpPr>
        <p:spPr>
          <a:xfrm>
            <a:off x="0" y="262128"/>
            <a:ext cx="12192000" cy="1182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각 </a:t>
            </a:r>
            <a:r>
              <a:rPr lang="ko-KR" altLang="en-US" sz="3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도시별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top 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인기 메뉴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상위 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10%)</a:t>
            </a:r>
            <a:endParaRPr lang="ko-KR" altLang="en-US" sz="3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0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DE013F7-6070-4D16-A3E7-29B28433C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7938"/>
            <a:ext cx="12192000" cy="2402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551CE36-B926-4FC0-996E-C4C16636DFA0}"/>
              </a:ext>
            </a:extLst>
          </p:cNvPr>
          <p:cNvSpPr/>
          <p:nvPr/>
        </p:nvSpPr>
        <p:spPr>
          <a:xfrm>
            <a:off x="0" y="262128"/>
            <a:ext cx="12192000" cy="1182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각 </a:t>
            </a:r>
            <a:r>
              <a:rPr lang="ko-KR" altLang="en-US" sz="3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도시별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top 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인기 메뉴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상위 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10%)</a:t>
            </a:r>
            <a:endParaRPr lang="ko-KR" altLang="en-US" sz="3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9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2DE5DE93-3273-4CC2-A52E-1F8BC6AEA101}"/>
              </a:ext>
            </a:extLst>
          </p:cNvPr>
          <p:cNvGrpSpPr/>
          <p:nvPr/>
        </p:nvGrpSpPr>
        <p:grpSpPr>
          <a:xfrm>
            <a:off x="2662421" y="731514"/>
            <a:ext cx="6867158" cy="5394971"/>
            <a:chOff x="2662421" y="731514"/>
            <a:chExt cx="6867158" cy="539497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62AD264-7FDE-4775-ACCB-AD3D85BA8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421" y="731514"/>
              <a:ext cx="6867158" cy="539497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39842E-61FE-4136-87EE-F6E2E18D1953}"/>
                </a:ext>
              </a:extLst>
            </p:cNvPr>
            <p:cNvSpPr/>
            <p:nvPr/>
          </p:nvSpPr>
          <p:spPr>
            <a:xfrm>
              <a:off x="7552944" y="3901440"/>
              <a:ext cx="1005840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D4A3E07-908F-4E02-94D7-3803A3AED808}"/>
                </a:ext>
              </a:extLst>
            </p:cNvPr>
            <p:cNvSpPr/>
            <p:nvPr/>
          </p:nvSpPr>
          <p:spPr>
            <a:xfrm>
              <a:off x="6595872" y="5334000"/>
              <a:ext cx="957072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FCB9278-D83A-42E5-B7E4-C00D8FA0B566}"/>
                </a:ext>
              </a:extLst>
            </p:cNvPr>
            <p:cNvSpPr/>
            <p:nvPr/>
          </p:nvSpPr>
          <p:spPr>
            <a:xfrm>
              <a:off x="3624072" y="3425952"/>
              <a:ext cx="1953768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0130E27-3DBB-42B0-8AEF-D4BA6863BFC8}"/>
                </a:ext>
              </a:extLst>
            </p:cNvPr>
            <p:cNvSpPr/>
            <p:nvPr/>
          </p:nvSpPr>
          <p:spPr>
            <a:xfrm>
              <a:off x="5599176" y="2471928"/>
              <a:ext cx="996696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7DAF910-7165-4B84-9B4B-C367B48F75D8}"/>
                </a:ext>
              </a:extLst>
            </p:cNvPr>
            <p:cNvSpPr/>
            <p:nvPr/>
          </p:nvSpPr>
          <p:spPr>
            <a:xfrm>
              <a:off x="5599176" y="2947416"/>
              <a:ext cx="996696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AC13DF7-7BEB-4B77-A0C5-5C6D615CCEC6}"/>
                </a:ext>
              </a:extLst>
            </p:cNvPr>
            <p:cNvSpPr/>
            <p:nvPr/>
          </p:nvSpPr>
          <p:spPr>
            <a:xfrm>
              <a:off x="7555234" y="3422904"/>
              <a:ext cx="1005840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B8634ED-03A3-434C-AF3A-189C6AD4F349}"/>
                </a:ext>
              </a:extLst>
            </p:cNvPr>
            <p:cNvSpPr/>
            <p:nvPr/>
          </p:nvSpPr>
          <p:spPr>
            <a:xfrm>
              <a:off x="7555234" y="2953511"/>
              <a:ext cx="1005840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AD5076C-AFA6-4779-837F-BF9C3C89E91F}"/>
                </a:ext>
              </a:extLst>
            </p:cNvPr>
            <p:cNvSpPr/>
            <p:nvPr/>
          </p:nvSpPr>
          <p:spPr>
            <a:xfrm>
              <a:off x="6571488" y="1036320"/>
              <a:ext cx="1005840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64205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FB4F24-3683-465E-9BEC-205AEB480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557" y="731514"/>
            <a:ext cx="6976886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3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23</Words>
  <Application>Microsoft Office PowerPoint</Application>
  <PresentationFormat>와이드스크린</PresentationFormat>
  <Paragraphs>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표스츄리</dc:creator>
  <cp:lastModifiedBy>표스츄리</cp:lastModifiedBy>
  <cp:revision>3</cp:revision>
  <dcterms:created xsi:type="dcterms:W3CDTF">2026-07-23T08:47:34Z</dcterms:created>
  <dcterms:modified xsi:type="dcterms:W3CDTF">2026-07-23T12:39:50Z</dcterms:modified>
</cp:coreProperties>
</file>