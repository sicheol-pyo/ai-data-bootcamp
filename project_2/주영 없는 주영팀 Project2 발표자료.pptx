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14" d="100"/>
          <a:sy n="114" d="100"/>
        </p:scale>
        <p:origin x="87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 err="1">
                <a:solidFill>
                  <a:srgbClr val="212121"/>
                </a:solidFill>
              </a:rPr>
              <a:t>원자료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기준</a:t>
            </a:r>
            <a:r>
              <a:rPr lang="ko-KR" altLang="en-US" sz="1200" b="1" dirty="0">
                <a:solidFill>
                  <a:srgbClr val="212121"/>
                </a:solidFill>
              </a:rPr>
              <a:t> 비단조적 패턴이나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통제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후</a:t>
            </a:r>
            <a:r>
              <a:rPr lang="ko-KR" altLang="en-US" sz="1200" b="1" dirty="0">
                <a:solidFill>
                  <a:srgbClr val="212121"/>
                </a:solidFill>
              </a:rPr>
              <a:t> 뚜렷한 음의 효과를 보임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39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461049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664132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자료 준비 및 검증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86388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</a:t>
            </a:r>
            <a:r>
              <a:rPr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type과</a:t>
            </a:r>
            <a:r>
              <a:rPr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묶여 있어 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보정</a:t>
            </a:r>
            <a:r>
              <a:rPr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</a:t>
            </a:r>
            <a:r>
              <a:rPr lang="ko-KR" altLang="en-US" sz="12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en-US" altLang="ko-KR" sz="1250" dirty="0">
                <a:solidFill>
                  <a:srgbClr val="212121"/>
                </a:solidFill>
                <a:latin typeface="Noto Sans KR"/>
              </a:rPr>
              <a:t>Reward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type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difficulty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duration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에서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reward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추후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후 검증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한다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.</a:t>
            </a:r>
            <a:endParaRPr sz="12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7779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각 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별 대조할 수 있는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한정적이며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표본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작아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정식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검증은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어려움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가설과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r>
              <a:rPr lang="en-US" sz="1050" b="0" i="0" dirty="0">
                <a:latin typeface="Noto Sans KR"/>
              </a:rPr>
              <a:t>)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마다 고유하여 </a:t>
            </a:r>
            <a:r>
              <a:rPr lang="ko-KR" altLang="en-US"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때문인지는 설명 어려움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알림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고객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고객의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알림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미수집으로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검증불가 후속 데이터 수집 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유효기간을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연장하지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타이밍과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메시지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구성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개선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필요</a:t>
            </a:r>
            <a:r>
              <a:rPr 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18198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587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커져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영향으로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 드러나지 않음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050" b="0" i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영향이 있으며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강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도가 강하고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됨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가설을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세밀하게 나누어 어느 지점부터 효과가 달라지는지 확인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lang="en-US" altLang="ko-KR"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일괄로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낮추기보다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먼저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찾는다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매출·</a:t>
            </a:r>
            <a:r>
              <a:rPr lang="en-US" sz="12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비용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목표금액을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결정한다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가설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과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  <a:latin typeface="Noto Sans KR"/>
              </a:rPr>
              <a:t>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  <a:endParaRPr lang="en-US" altLang="en-US" sz="1200" b="1" i="0" dirty="0">
              <a:solidFill>
                <a:srgbClr val="FFFFFF"/>
              </a:solidFill>
              <a:latin typeface="Noto Sans KR"/>
            </a:endParaRP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청년층 대상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발송을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Mobile·Social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로 전환하는 </a:t>
            </a:r>
            <a:r>
              <a:rPr lang="ko-KR" altLang="en-US"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최우선 실행 항목으로 제안</a:t>
            </a:r>
            <a:r>
              <a:rPr lang="en-US" altLang="ko-KR"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</a:t>
            </a:r>
            <a:r>
              <a:rPr lang="ko-KR" altLang="en-US" sz="110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요인으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불가능하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며 단순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별로 확인된 차이임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완료율이 높은 것으로 확인되었으나 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목적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소진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신제품 홍보 등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따라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설정이 필요함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연령별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전환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다양한 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설계 필요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.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</a:t>
            </a:r>
            <a:r>
              <a:rPr lang="ko-KR" alt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묶여있어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 수 있도록 다양한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조합 시행이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</a:t>
            </a:r>
            <a:r>
              <a:rPr lang="en-US" sz="1250" b="1" i="0" dirty="0">
                <a:solidFill>
                  <a:schemeClr val="tx1"/>
                </a:solidFill>
                <a:latin typeface="Noto Sans KR"/>
              </a:rPr>
              <a:t>ogo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남성에서만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메시지 혹은 </a:t>
            </a:r>
            <a:r>
              <a:rPr lang="en-US" altLang="ko-KR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 메뉴 및 개인 고객 선호도 등 여러 요인을 수집하여 추후 재 비교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lang="ko-KR" altLang="en-US" sz="1250" b="1" i="0" dirty="0">
                <a:solidFill>
                  <a:schemeClr val="tx1"/>
                </a:solidFill>
                <a:latin typeface="Noto Sans KR"/>
              </a:rPr>
              <a:t>구간별 재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비선형적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형태를 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세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은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에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고객 구매 금액 별 등급 차등화 및 </a:t>
            </a:r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차등화의 경우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ogo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lang="en-US" sz="1350" b="1" dirty="0">
                <a:solidFill>
                  <a:srgbClr val="006241"/>
                </a:solidFill>
                <a:latin typeface="Noto Sans KR"/>
              </a:rPr>
              <a:t>Channel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Offer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/>
              </a:rPr>
              <a:t>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channel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시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다양한 조합으로 개별 기여도 검증 필요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29787" y="471921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보강 후 진행하는 것으로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10" name="그림 9">
            <a:hlinkClick r:id="rId2"/>
            <a:extLst>
              <a:ext uri="{FF2B5EF4-FFF2-40B4-BE49-F238E27FC236}">
                <a16:creationId xmlns:a16="http://schemas.microsoft.com/office/drawing/2014/main" id="{64700A10-19E5-8741-183A-C3850B8FC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24" y="1280160"/>
            <a:ext cx="10265672" cy="50163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표시철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김서영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2369</Words>
  <Application>Microsoft Office PowerPoint</Application>
  <PresentationFormat>와이드스크린</PresentationFormat>
  <Paragraphs>342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143</cp:revision>
  <dcterms:created xsi:type="dcterms:W3CDTF">2013-01-27T09:14:16Z</dcterms:created>
  <dcterms:modified xsi:type="dcterms:W3CDTF">2026-09-14T02:31:56Z</dcterms:modified>
  <cp:category/>
</cp:coreProperties>
</file>